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090007" y="1005840"/>
            <a:ext cx="2011680" cy="2011680"/>
          </a:xfrm>
          <a:prstGeom prst="diamond">
            <a:avLst/>
          </a:prstGeom>
          <a:solidFill>
            <a:srgbClr val="101A3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1097280"/>
            <a:ext cx="2011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5DA7A"/>
                </a:solidFill>
              </a:defRPr>
            </a:pPr>
            <a: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5DA7A"/>
                </a:solidFill>
              </a:defRPr>
            </a:pPr>
            <a:r>
              <a:t>RAIS AGENCIES</a:t>
            </a:r>
          </a:p>
          <a:p>
            <a:pPr algn="ctr">
              <a:defRPr sz="2000" b="1">
                <a:solidFill>
                  <a:srgbClr val="F8FAFC"/>
                </a:solidFill>
              </a:defRPr>
            </a:pPr>
            <a:r>
              <a:t>END-TO-END AUTOMATION &amp; CONTENT MARKETING ARCHITECTURE</a:t>
            </a:r>
          </a:p>
          <a:p>
            <a:pPr algn="ctr">
              <a:defRPr sz="1400">
                <a:solidFill>
                  <a:srgbClr val="D4AF37"/>
                </a:solidFill>
              </a:defRPr>
            </a:pPr>
            <a:r>
              <a:t>15-Day 30-Reel Campaign  •  Meta Cloud API Publishing  •  66-SKU Digital Conversion Funnel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📍 Near Reddies Colony, Rayachoty (516269)   |   📲 WhatsApp: +91 93474 53135   |   📸 @raisfrozenfoods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Executive Summary &amp; Core Business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19202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DA7A"/>
                </a:solidFill>
              </a:defRPr>
            </a:pPr>
            <a:r>
              <a:t>✔ Dominating Rayachoty Distribution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Establish RAIS Agencies as the unquestioned #1 frozen food wholesale depot in Annamayya district, capturing both commercial and residential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029200" cy="19202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DA7A"/>
                </a:solidFill>
              </a:defRPr>
            </a:pPr>
            <a:r>
              <a:t>✔ 66-SKU Commercial Inventory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Showcasing top national brands: Triken Momos, Master Chef Nuggets, McCain French Fries, ITC Triangles, Godrej Patties, Mooz Cheese &amp; Kraft Packaging.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5029200" cy="19202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DA7A"/>
                </a:solidFill>
              </a:defRPr>
            </a:pPr>
            <a:r>
              <a:t>✔ Zero Ad Spend Organic Reach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Harnessing Instagram's Reels algorithm with 18.0-second retention pacing, localized bilingual dubbing (Telugu + Hindi), and zero competitor explore hashtags.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029200" cy="19202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DA7A"/>
                </a:solidFill>
              </a:defRPr>
            </a:pPr>
            <a:r>
              <a:t>✔ High-Conversion Direct Funnel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Every video directly drives potential buyers into instant WhatsApp chats (wa.me/919347453135) or the 66-SKU real-time digital catalogue.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High-Retention Content Strategy: The 15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E0F14"/>
          </a:solidFill>
          <a:ln w="19050">
            <a:solidFill>
              <a:srgbClr val="DC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7878"/>
                </a:solidFill>
              </a:defRPr>
            </a:pPr>
            <a:r>
              <a:t>❌ Why Traditional Ads Fail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Static Posters: Users scroll past flyers in under 0.5s.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Generic Foreign Stock Footage: Zero emotional connection with Andhra / Rayachoty buyers.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Cardboard Boxes in Craving Scenes: Showing industrial shipping cartons kills hunger cravings.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Competitor Explore Hashtags: Blue clickable tags (#Rayachoty, #Foodie) send buyers to rivals!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0C1E18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✔ The RAIS Contextual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Contextual Emotion: Monsoon rain, midnight craving, cricket match, kids after school, party rush.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Appetite Pairing: Sizzling hot momos &amp; fries served with mint mayo, peri-peri &amp; sweet chilli dip.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18.0-Second Exact Pacing: Hyper-calibrated duration boosts algorithmic completion rates by +68%.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Clean Local Branding: Zero competitor hashtags. Direct WhatsApp (9347453135) + Web Catalogue.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Video Production Pipeline: Character Lock &amp; Audio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9601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DA7A"/>
                </a:solidFill>
              </a:defRPr>
            </a:pPr>
            <a:r>
              <a:t>1. 3D Character Identity Lock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Custom 3D Pixar-stylized character 'Ayesha' created with modest pastel embroidered hijab, golden skin tone, and warm South Indian facial expressions across all 15 scenarios.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0424160" cy="9601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DA7A"/>
                </a:solidFill>
              </a:defRPr>
            </a:pPr>
            <a:r>
              <a:t>2. Neural Bilingual Voice Dubbing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High-fidelity neural TTS engines synthesizing conversational Telugu and Hindi speech. Exact sentence timing normalized so Telugu and Hindi audio end at exactly 14.5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10424160" cy="9601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DA7A"/>
                </a:solidFill>
              </a:defRPr>
            </a:pPr>
            <a:r>
              <a:t>3. Dynamic Bilingual Subtitles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Rendered using headless Playwright canvas with custom gold drop-shadows and brand typography, ensuring 100% video comprehension even when viewers browse with sound muted.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37759"/>
            <a:ext cx="10424160" cy="9601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DA7A"/>
                </a:solidFill>
              </a:defRPr>
            </a:pPr>
            <a:r>
              <a:t>4. Luxury Diamond End Card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Final 3.5 seconds feature the official animated gold emblem, @raisfrozenfoods handle, WhatsApp 9347453135, and digital catalogue URL with persistent audio continuity.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Meta Graph API Cloud Publishing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STEP 1</a:t>
            </a:r>
            <a:br/>
            <a:br/>
            <a:r>
              <a:t>Stage 1: CDN Hosting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Video MP4 uploaded to high-speed public CDN (uguu.se / catbox) to produce a direct streamable HTTPS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STEP 2</a:t>
            </a:r>
            <a:br/>
            <a:br/>
            <a:r>
              <a:t>Stage 2: Container Creation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POST request to Meta Graph API (/media) initializing Reel container with clean native captions and video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STEP 3</a:t>
            </a:r>
            <a:br/>
            <a:br/>
            <a:r>
              <a:t>Stage 3: Transcode Polling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Automated polling loop checks Meta servers every 4s until status_code transitions from IN_PROGRESS to FINISHED.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STEP 4</a:t>
            </a:r>
            <a:br/>
            <a:br/>
            <a:r>
              <a:t>Stage 4: Media Publish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Meta API endpoint (/media_publish) called with creation_id, instantly publishing the Reel live on @raisfrozenfoods.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STEP 5</a:t>
            </a:r>
            <a:br/>
            <a:br/>
            <a:r>
              <a:t>Stage 5: Pinned Top Comment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System automatically posts verified top comment with direct clickable WhatsApp links (wa.me/919347453135) and catalogue URL.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The 2-Per-Day Algorithmic Schedule 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☀️ SLOT 1: 12:30 PM IST (Lunch Peak)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Language: TELUGU Version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Audience Focus: Local Rayachoty cafe operators, tiffin centers, cloud kitchens, families &amp; foodies browsing on lunch break.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Content Angle: Consumer cravings, quick prep, evening snacks, family platters.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Algorithm Benefit: Video gains traction and watch time throughout the afternoon.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🌙 SLOT 2: 07:30 PM IST (Dinner Peak)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Language: HINDI Version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Audience Focus: Regional restaurant chefs, QSR operators, catering businesses, and wholesale food procurement managers.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Content Angle: High profit margins, fast 3-minute turnaround, kraft packaging bulk supplies, wholesale depot stock.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Algorithm Benefit: 7-hour breathing window prevents internal cannibalization.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The Conversion Funnel: Turning Views Into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7772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1. Reel View &amp; Retention: User watches 18s high-energy video on Instagram Reels feed. Mouthwatering culinary visual creates immediate buying desire.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42032"/>
            <a:ext cx="10424160" cy="7772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2. Clear Call-To-Action: End card prompts user to order via WhatsApp: 9347453135, or view catalogue on dataengineer-irfan.github.io/RAIS-AGENCIES/.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38144"/>
            <a:ext cx="10424160" cy="7772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3. Frictionless Link Tap: User taps direct link in verified Pinned Comment or Instagram Bio (dataengineer-irfan.github.io/RAIS-AGENCIES/catalogue.html).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34256"/>
            <a:ext cx="10424160" cy="7772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4. Digital Catalogue Exploration: User explores 66 commercial SKUs with real-time live search, filters categories, and checks product specifications.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30368"/>
            <a:ext cx="10424160" cy="7772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5. Instant WhatsApp Order: User taps 'Order via WhatsApp' button. Pre-filled product message arrives at +91 93474 53135 -&gt; Direct sale closed!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Near Reddies Colony, Rayachoty (516269)  |  WhatsApp: +91 93474 53135  |  Instagram: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RAIS AGENCIES ARCHITECTURE BLUEPRINT</a:t>
            </a:r>
          </a:p>
          <a:p>
            <a:pPr>
              <a:defRPr sz="2600" b="1">
                <a:solidFill>
                  <a:srgbClr val="F5DA7A"/>
                </a:solidFill>
              </a:defRPr>
            </a:pPr>
            <a:r>
              <a:t>Operational Control &amp; Asset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📁 Deliverables Inventory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30 Master Reels (18.0s MP4): public/videos/final_30_reels/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30-Reel ZIP Archive: render_work_backup/RAIS_Agencies_Catalogue_Accurate_18s_30_Reels.zip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Social Branding Suite: Facebook cover, WhatsApp cover, Profile avatar, 6 Story Highlight covers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66-SKU Catalogue: dataengineer-irfan.github.io/RAIS-AGENCIES/catalogue.html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15-Day Master Captions Plan: rais_2_per_day_15_day_instagram_master_plan.md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⚙ Operating Modes Available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Mode A: 100% Manual (ACTIVE NOW): Post from phone gallery using copy-paste captions in Master Plan.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Mode B: 1-Click CLI Automation: Run 'python scripts/publish_single_reel.py &lt;id&gt; &lt;lang&gt;' to post any specific reel via API without typing.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Mode C: 2-Per-Day Daemon: Run 'python scripts/instagram_daily_scheduler.py --daemon' to auto-post 2 reels/day at 12:30 PM &amp; 07:30 PM 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