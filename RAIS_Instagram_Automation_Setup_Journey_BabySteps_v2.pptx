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090007" y="1005840"/>
            <a:ext cx="2011680" cy="2011680"/>
          </a:xfrm>
          <a:prstGeom prst="diamond">
            <a:avLst/>
          </a:prstGeom>
          <a:solidFill>
            <a:srgbClr val="101A30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1097280"/>
            <a:ext cx="2011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F5DA7A"/>
                </a:solidFill>
              </a:defRPr>
            </a:pPr>
            <a: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DA7A"/>
                </a:solidFill>
              </a:defRPr>
            </a:pPr>
            <a:r>
              <a:t>HOW WE BUILT THE RAIS INSTAGRAM AUTOMATION</a:t>
            </a:r>
          </a:p>
          <a:p>
            <a:pPr algn="ctr">
              <a:defRPr sz="2000" b="1">
                <a:solidFill>
                  <a:srgbClr val="F8FAFC"/>
                </a:solidFill>
              </a:defRPr>
            </a:pPr>
            <a:r>
              <a:t>The Complete End-to-End Setup Process Explained in Baby Steps</a:t>
            </a:r>
          </a:p>
          <a:p>
            <a:pPr algn="ctr">
              <a:defRPr sz="1400">
                <a:solidFill>
                  <a:srgbClr val="D4AF37"/>
                </a:solidFill>
              </a:defRPr>
            </a:pPr>
            <a:r>
              <a:t>Instagram Business  ➔  Facebook Page  ➔  Meta Developers App  ➔  Website Dashboard  ➔  Automated API</a:t>
            </a:r>
          </a:p>
          <a:p>
            <a:br/>
            <a:pPr algn="ctr">
              <a:defRPr sz="1200">
                <a:solidFill>
                  <a:srgbClr val="94A3B8"/>
                </a:solidFill>
              </a:defRPr>
            </a:pPr>
            <a:r>
              <a:t>📍 RAIS Agencies, Rayachoty   |   Account: @raisfrozenfoods   |   WhatsApp: 9347453135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1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1: Setting Up the Instagram Business Account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📱 Why We Created a Business Profile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Personal Profiles Can't Be Automated: Meta's security strictly blocks third-party code from posting on personal Instagram accounts.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Switching to Professional: You went to Settings &gt; Account Type &gt; Switch to Professional / Business Account.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Username Selected: @raisfrozenfoods (clean, professional, and directly matches Rayachoty wholesale products).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Why Pronouns Were Left Blank: Instagram's pronoun field is strictly for individual personal profiles; business brand profiles leave it empty.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🔑 What This Unlocked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Unlocked Instagram Graph API access.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Allowed adding external clickable links in bio (our 66-SKU HTML catalogue).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Enabled business contact buttons (WhatsApp &amp; Email).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Prepared the account to be connected to Facebook Page in Step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2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2: Creating &amp; Linking the Facebook Business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🔗 The Meta Requirement: Why Facebook is Mandatory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1. Meta Owns Both Platforms: Meta manages Instagram APIs entirely through the Facebook Business Graph infrastructure.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2. The Missing Bridge: An Instagram account cannot exist in the developer API by itself. It MUST be linked to a parent Facebook Business Page.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3. What We Did: We created the 'RAIS Agencies' Facebook Page.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4. The Handshake: In Instagram app (Edit Profile &gt; Page &gt; Connect Facebook Page) and Facebook Page settings (Linked Accounts &gt; Instagram), we connected @raisfrozenfoods to the RAIS Agencies Facebook page.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5. Result: Now, any API call made to the Facebook Page can automatically control and publish Reels to @raisfrozenfoods!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STEPS 3 &amp; 4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3 &amp; 4: Meta for Developers App &amp;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🛠 Meta Developer Portal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developers.facebook.com: We navigated to Meta's official developer console.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App Creation: Selected 'Create App' &gt; App Type: 'Business' (named 'RAIS Automation Hub').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App Dashboard: This gave us our official Meta App ID and allowed adding API products.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Business Asset Group: Connected your business assets (Facebook Page + Instagram Account) under this new developer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🔒 Unlocking The Use Cases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Use Case: 'Instagram Content Publishing' was enabled in the app dashboard.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instagram_content_publish: Permission to upload MP4 videos and publish Reels.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instagram_basic: Permission to read Instagram account info and post status.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pages_show_list: Permission for the code to see your connected Facebook Page.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pages_read_engagement: Permission to fetch comments and read view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5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5: Generating Access Tokens &amp; Finding Account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🔑 The Secret Keys to Automating Instagram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Meta Graph API Explorer: We opened Meta's testing console (developers.facebook.com/tools/explorer).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Generating the User Token: We requested an access token with the required permissions and authorized your Facebook account.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Exchanging for Long-Lived Token: Short-lived tokens expire in 1 hour. We exchanged it for a 60-day / permanent Long-Lived Access Token so our automated Python scripts can run uninterrupted.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Querying the Connected Instagram Account: We ran the Graph API query: GET /me/accounts?fields=instagram_business_account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5. The Result: Meta responded with your permanent Instagram Business Account ID: 29157923917158606.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Now our code had both the Access Key (Token) and the Destination Address (Account ID)!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6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6: Integrating with Our Website &amp; .env 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🔐 Safe Secret Storage (.env)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We created the protected '.env' file in rais-website: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VITE_INSTAGRAM_ACCESS_TOKEN: Your secure Meta authentication token.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VITE_INSTAGRAM_ACCOUNT_ID: 29157923917158606.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VITE_INSTAGRAM_USERNAME: raisfrozenfoods.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Protection: .env is automatically ignored by Git so your tokens are NEVER exposed on public GitHub repositories!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💻 The New Website Tabs &amp; Features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1. Reels Calendar Tab (src/data/reelsCalendar.ts): Created an interactive dashboard tab in the website displaying all 30 reels with live video previews.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2. Live Digital Catalogue (catalogue.html): Added the 66-SKU HTML catalogue directly into the public website with live search &amp; filters.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3. Direct Links in Navigation &amp; Footer: Added direct buttons in Navbar, Footer, and Contact page pointing to Instagram DM and WhatsApp 9347453135.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7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7: How Our Python Code Actually Publishes to Instagram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⚡ The Exact 4-Step Publishing Workflow (publish_single_reel.py)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1. Video Hosting: Meta API cannot read files from a local Windows C: drive. The script uploads the 7.6MB MP4 to a public CDN (uguu.se / catbox) to get a direct HTTPS stream URL.</a:t>
            </a:r>
            <a:b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2. Reel Container Creation: Python makes a POST request to https://graph.instagram.com/29157923917158606/media with media_type='REELS', the video URL, and our clean Telugu/Hindi caption.</a:t>
            </a:r>
            <a:b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3. Server Transcoding Polling: Meta servers download the video and convert it to Instagram's mobile codecs. Our script polls Meta every 4 seconds until status reaches FINISHED.</a:t>
            </a:r>
            <a:b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4. Final Publish &amp; Pinned Comment: Python calls https://graph.instagram.com/29157923917158606/media_publish. The video instantly goes LIVE! Then Python immediately posts an official top comment with clickable WhatsApp &amp; catalogue links.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COMPLETE BLUEPRINT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Summary: The Complete Architecture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1</a:t>
            </a:r>
            <a:br/>
            <a:br/>
            <a:r>
              <a:t>1. Phone Setup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Instagram Business Account (@raisfrozenfoods)</a:t>
            </a:r>
            <a:br/>
            <a:r>
              <a:t>Linked to Facebook Page (RAIS Agencies)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2</a:t>
            </a:r>
            <a:br/>
            <a:br/>
            <a:r>
              <a:t>2. Meta Cloud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Meta Developer App (RAIS Automation Hub)</a:t>
            </a:r>
            <a:br/>
            <a:r>
              <a:t>Use Case: Instagram Content Publishing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3</a:t>
            </a:r>
            <a:br/>
            <a:br/>
            <a:r>
              <a:t>3. Keys &amp; Token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Long-Lived Access Token</a:t>
            </a:r>
            <a:br/>
            <a:r>
              <a:t>Account ID: 29157923917158606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4</a:t>
            </a:r>
            <a:br/>
            <a:br/>
            <a:r>
              <a:t>4. Code Integration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.env safe storage</a:t>
            </a:r>
            <a:br/>
            <a:r>
              <a:t>Reels Dashboard in Website</a:t>
            </a:r>
            <a:br/>
            <a:r>
              <a:t>66-SKU HTML Catalogue live on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5</a:t>
            </a:r>
            <a:br/>
            <a:br/>
            <a:r>
              <a:t>5. Live Result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Single Command Publish</a:t>
            </a:r>
            <a:br/>
            <a:r>
              <a:t>Reel Live on Instagram</a:t>
            </a:r>
            <a:br/>
            <a:r>
              <a:t>Verified Top Comment with wa.me 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ADMIN VERIFICATION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Wholesale Admin Portal Access &amp; Management (#admin)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🔑 Portal Access &amp; Credentials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Live Admin URL: https://dataengineer-irfan.github.io/RAIS-AGENCIES/#admin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Alternative Hash Routes: #reels, #automation, #dashboard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Admin Username: admin  (or rais / rais.frozenfoods@gmail.com)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Initial Default Passkey PIN: RAIS@516269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Brute-Force Protected: 5 failed login attempts lock portal for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📊 Admin Dashboard Capabilities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1. Reels Calendar Dashboard: Preview all 30 master reels with live HTML5 video players, audio scripts &amp; scheduling slots.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2. Wholesale Inquiries: Review and export incoming commercial quote requests from Rayachoty restaurants.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3. Security Settings: Change the master admin passkey PIN anytime.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4. State Management: Export or reset local publishing data with 1-click.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